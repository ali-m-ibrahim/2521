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D285-7547-ABC3-BE98-422EB0417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DC97D-2A9E-C30F-1078-56E8A96E3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0A7A-A3AA-3446-9E86-CFDCFD3D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4A4E8-40B5-1357-8BAA-39767B0D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6706-00E6-001D-BBE6-27660F0D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753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690B-2EE8-56E8-38FD-57B93622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A737-EC1B-79C2-2651-F42D46ACE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C4B8B-95DD-2643-F3F8-D7FE99C5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329B5-ED3F-420B-530C-D1A5C47D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1295D-FA44-AC28-091F-0FDD07A3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01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3246-0818-03BF-C665-BD540DDD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EAC8C-F622-E890-5B69-FC1C5169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26548-07F7-49F1-DA1D-12584006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77531-DC10-0F0F-63E0-13E4C293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444F-D356-D315-308B-11C5EF38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68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B482-3D44-6C8D-E77F-4863C8C9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50455-357E-D1A5-056C-38D9E501C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FDA7F-6FA0-6195-8C58-8BF6FA7BF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6D831-9A1C-2508-528C-2F99F89E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351B-9134-92F8-D8E0-338CCE08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CEABF-1BAE-D4DA-1AB8-C9750271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81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E65A-1BB3-A7F4-1531-4CB0F60C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65324-520D-6F65-2162-F16372288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0FEED-FA6F-A21A-2F76-EA6D23226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EFFB6-EF15-CC2E-26BD-1AC8D393B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5F6B-D834-C758-BB27-E0BFA234E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5750C-7D12-6FFA-8B15-FAF1D77B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E48AC-277E-AD80-D4F9-4DA2F564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62884-2938-4FA3-CBE0-819463E0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09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7A99-9E1C-FAFB-2F1B-38651899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DAEC6-7A1B-F00A-6A80-7A09013B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D0CAD-A79F-2A4C-C182-239380CA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66852-6680-B95B-F159-BC0D30E6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3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81CA8-7BC2-B307-81F0-AC7E5FBD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DE391-CA6D-D0C5-E367-1548849C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36D01-DB91-5328-1C08-0945C884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17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6E6B-A055-BC22-C5C1-D5A8A34E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3C7E3-1236-5100-9EF5-AEBBC0FC9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8E2D0-FAD1-49EF-EFB7-833C2C720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136D1-D741-4A73-FBC0-73480478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C45D9-6D2D-ACB0-4BF8-A7205E25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5A662-A583-D874-C0FA-D4D3E605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913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A9AE-CF42-D00C-30D2-9E0321EF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0983F-BEB5-AAE6-8C98-5792321ED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70FC2-1206-CB59-3866-7BD6315EE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9180E-8F43-D400-5A59-6AEAF87C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A7ED-FA99-A3AA-1EB5-417B92B4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D5FA9-DF4A-E9E4-18CC-7BB26F44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97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754D-E5A8-34A1-7569-E62F99FF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9B76F-305C-D27E-B2BA-B8660A7BB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9904-87EF-EDE1-5D90-E4F9613A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9CFBF-9736-7CA5-CD42-09A06A99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57EFF-6E36-A830-A77D-4547E252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781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D4DDB-DB8A-EBF4-4846-DA6F80540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45C31-6554-B744-B0D0-BA1E5D67C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DE010-241C-B6CD-0A5B-F2AB2E9E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37BE9-E628-98A9-7A9A-E8833CE2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EDFE8-BBCF-68E5-A302-5C619C45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09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11FEC-7F2F-B6D7-4DA6-4B5AE662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FCB52-03B8-454A-16E8-944341A9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72067-6D2F-E2D5-B411-4CCA99F66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E0472-283D-4A2A-BF4F-8B1F883660CB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4F4A5-52D3-9549-2CB4-F16E21A77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DED1-3DD7-FA9C-AFDF-5219C155B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A6C89-F92A-456E-8EF3-FB4E8B1F78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73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73F618-DAE8-6401-9918-83E201CA1001}"/>
              </a:ext>
            </a:extLst>
          </p:cNvPr>
          <p:cNvSpPr/>
          <p:nvPr/>
        </p:nvSpPr>
        <p:spPr>
          <a:xfrm>
            <a:off x="580103" y="2015613"/>
            <a:ext cx="2345816" cy="1809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534D8-E0EF-18AB-0471-3CD7168ECA14}"/>
              </a:ext>
            </a:extLst>
          </p:cNvPr>
          <p:cNvSpPr/>
          <p:nvPr/>
        </p:nvSpPr>
        <p:spPr>
          <a:xfrm>
            <a:off x="5157841" y="290050"/>
            <a:ext cx="6650702" cy="5260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Server: Laravel Application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  <a:endParaRPr lang="de-D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37722E-06B7-D499-51E9-2BA03E203D27}"/>
              </a:ext>
            </a:extLst>
          </p:cNvPr>
          <p:cNvSpPr/>
          <p:nvPr/>
        </p:nvSpPr>
        <p:spPr>
          <a:xfrm>
            <a:off x="5997677" y="1140542"/>
            <a:ext cx="1366684" cy="127819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B88FB-91A8-C1A4-EE9A-74645D28D9E5}"/>
              </a:ext>
            </a:extLst>
          </p:cNvPr>
          <p:cNvSpPr/>
          <p:nvPr/>
        </p:nvSpPr>
        <p:spPr>
          <a:xfrm>
            <a:off x="8765457" y="1140542"/>
            <a:ext cx="1366684" cy="127819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E64D6E-5A4E-3A00-2FBB-08DA56E07D28}"/>
              </a:ext>
            </a:extLst>
          </p:cNvPr>
          <p:cNvSpPr/>
          <p:nvPr/>
        </p:nvSpPr>
        <p:spPr>
          <a:xfrm>
            <a:off x="7364361" y="2920180"/>
            <a:ext cx="1366684" cy="127819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de-D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A46177-483B-AE5C-AF41-464D19D66AC4}"/>
              </a:ext>
            </a:extLst>
          </p:cNvPr>
          <p:cNvCxnSpPr>
            <a:cxnSpLocks/>
          </p:cNvCxnSpPr>
          <p:nvPr/>
        </p:nvCxnSpPr>
        <p:spPr>
          <a:xfrm flipV="1">
            <a:off x="2851355" y="1642592"/>
            <a:ext cx="3146322" cy="943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51927A-D3D4-F1EE-3C7B-3690EF9F373F}"/>
              </a:ext>
            </a:extLst>
          </p:cNvPr>
          <p:cNvSpPr txBox="1"/>
          <p:nvPr/>
        </p:nvSpPr>
        <p:spPr>
          <a:xfrm rot="20723451" flipH="1">
            <a:off x="3052916" y="1830946"/>
            <a:ext cx="223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Request</a:t>
            </a:r>
            <a:endParaRPr lang="de-DE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D6A3AA-FC60-B4C2-4975-EA8A9E625DA8}"/>
              </a:ext>
            </a:extLst>
          </p:cNvPr>
          <p:cNvCxnSpPr>
            <a:cxnSpLocks/>
          </p:cNvCxnSpPr>
          <p:nvPr/>
        </p:nvCxnSpPr>
        <p:spPr>
          <a:xfrm>
            <a:off x="7192296" y="1605115"/>
            <a:ext cx="15731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B174EB-EFD4-A8B3-FAB1-46C9B2A2A214}"/>
              </a:ext>
            </a:extLst>
          </p:cNvPr>
          <p:cNvSpPr txBox="1"/>
          <p:nvPr/>
        </p:nvSpPr>
        <p:spPr>
          <a:xfrm flipH="1">
            <a:off x="7367231" y="1235783"/>
            <a:ext cx="223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Retrieve Data</a:t>
            </a:r>
            <a:endParaRPr lang="de-DE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4DDE26-73E3-BD94-9999-ABF84146EB5D}"/>
              </a:ext>
            </a:extLst>
          </p:cNvPr>
          <p:cNvSpPr/>
          <p:nvPr/>
        </p:nvSpPr>
        <p:spPr>
          <a:xfrm>
            <a:off x="10997379" y="1555444"/>
            <a:ext cx="766916" cy="7251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A65F53-85B7-A8AD-0B75-DB733828D622}"/>
              </a:ext>
            </a:extLst>
          </p:cNvPr>
          <p:cNvCxnSpPr/>
          <p:nvPr/>
        </p:nvCxnSpPr>
        <p:spPr>
          <a:xfrm>
            <a:off x="8357419" y="177963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32D4C4-A63D-2E2B-927C-81F5628A3D40}"/>
              </a:ext>
            </a:extLst>
          </p:cNvPr>
          <p:cNvCxnSpPr>
            <a:cxnSpLocks/>
          </p:cNvCxnSpPr>
          <p:nvPr/>
        </p:nvCxnSpPr>
        <p:spPr>
          <a:xfrm>
            <a:off x="10132141" y="1698521"/>
            <a:ext cx="865238" cy="81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36FF35-7B54-B460-C6BD-30BBC8484795}"/>
              </a:ext>
            </a:extLst>
          </p:cNvPr>
          <p:cNvCxnSpPr>
            <a:cxnSpLocks/>
          </p:cNvCxnSpPr>
          <p:nvPr/>
        </p:nvCxnSpPr>
        <p:spPr>
          <a:xfrm flipH="1" flipV="1">
            <a:off x="10264877" y="2022986"/>
            <a:ext cx="732502" cy="8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04121C-67ED-4887-A914-D70FA2A48462}"/>
              </a:ext>
            </a:extLst>
          </p:cNvPr>
          <p:cNvCxnSpPr>
            <a:cxnSpLocks/>
          </p:cNvCxnSpPr>
          <p:nvPr/>
        </p:nvCxnSpPr>
        <p:spPr>
          <a:xfrm flipH="1" flipV="1">
            <a:off x="7364361" y="1918006"/>
            <a:ext cx="1430593" cy="24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24BF82-D759-4758-7B3B-244CF210DBC7}"/>
              </a:ext>
            </a:extLst>
          </p:cNvPr>
          <p:cNvSpPr txBox="1"/>
          <p:nvPr/>
        </p:nvSpPr>
        <p:spPr>
          <a:xfrm flipH="1">
            <a:off x="7395903" y="1642592"/>
            <a:ext cx="223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12748D-EDB1-3009-2D18-EB52930AF4DA}"/>
              </a:ext>
            </a:extLst>
          </p:cNvPr>
          <p:cNvSpPr txBox="1"/>
          <p:nvPr/>
        </p:nvSpPr>
        <p:spPr>
          <a:xfrm rot="3189351" flipH="1">
            <a:off x="6904426" y="2698641"/>
            <a:ext cx="223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 Data</a:t>
            </a:r>
            <a:endParaRPr lang="de-DE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EFAB5CB-1E59-1E59-1739-2F98B57E9CA1}"/>
              </a:ext>
            </a:extLst>
          </p:cNvPr>
          <p:cNvCxnSpPr>
            <a:cxnSpLocks/>
          </p:cNvCxnSpPr>
          <p:nvPr/>
        </p:nvCxnSpPr>
        <p:spPr>
          <a:xfrm>
            <a:off x="7182465" y="2168729"/>
            <a:ext cx="587478" cy="71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068B41-2902-55E7-092F-5EA163A5D234}"/>
              </a:ext>
            </a:extLst>
          </p:cNvPr>
          <p:cNvCxnSpPr>
            <a:cxnSpLocks/>
          </p:cNvCxnSpPr>
          <p:nvPr/>
        </p:nvCxnSpPr>
        <p:spPr>
          <a:xfrm flipH="1" flipV="1">
            <a:off x="6986671" y="2375805"/>
            <a:ext cx="584923" cy="782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01BEAC-258E-16C1-6EE8-0991BFDA543E}"/>
              </a:ext>
            </a:extLst>
          </p:cNvPr>
          <p:cNvSpPr txBox="1"/>
          <p:nvPr/>
        </p:nvSpPr>
        <p:spPr>
          <a:xfrm rot="3189351" flipH="1">
            <a:off x="6204854" y="3123755"/>
            <a:ext cx="2231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Rendered </a:t>
            </a:r>
            <a:br>
              <a:rPr lang="en-US" dirty="0"/>
            </a:br>
            <a:r>
              <a:rPr lang="en-US" dirty="0"/>
              <a:t>View</a:t>
            </a:r>
            <a:endParaRPr lang="de-DE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938AE0-078F-39C1-762E-BD7795290CAB}"/>
              </a:ext>
            </a:extLst>
          </p:cNvPr>
          <p:cNvCxnSpPr>
            <a:cxnSpLocks/>
          </p:cNvCxnSpPr>
          <p:nvPr/>
        </p:nvCxnSpPr>
        <p:spPr>
          <a:xfrm flipH="1">
            <a:off x="3086851" y="2106303"/>
            <a:ext cx="3024824" cy="981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0970D84-A740-C282-390C-6A4B420662B4}"/>
              </a:ext>
            </a:extLst>
          </p:cNvPr>
          <p:cNvSpPr txBox="1"/>
          <p:nvPr/>
        </p:nvSpPr>
        <p:spPr>
          <a:xfrm rot="20723451" flipH="1">
            <a:off x="3294936" y="2275346"/>
            <a:ext cx="223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Response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12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IBRAHIM</dc:creator>
  <cp:lastModifiedBy>Ali IBRAHIM</cp:lastModifiedBy>
  <cp:revision>1</cp:revision>
  <dcterms:created xsi:type="dcterms:W3CDTF">2026-09-28T15:47:24Z</dcterms:created>
  <dcterms:modified xsi:type="dcterms:W3CDTF">2026-09-28T15:47:31Z</dcterms:modified>
</cp:coreProperties>
</file>